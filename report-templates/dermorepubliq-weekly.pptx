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87" r:id="rId4"/>
  </p:sldMasterIdLst>
  <p:notesMasterIdLst>
    <p:notesMasterId r:id="rId7"/>
  </p:notesMasterIdLst>
  <p:handoutMasterIdLst>
    <p:handoutMasterId r:id="rId8"/>
  </p:handoutMasterIdLst>
  <p:sldIdLst/>
  <p:sldSz cx="12192000" cy="6858000"/>
  <p:notesSz cx="6858000" cy="9144000"/>
  <p:embeddedFontLst>
    <p:embeddedFont>
      <p:font typeface="Poppins" panose="00000500000000000000" pitchFamily="2" charset="0"/>
      <p:regular r:id="rId9"/>
      <p:bold r:id="rId10"/>
      <p:italic r:id="rId11"/>
      <p:boldItalic r:id="rId12"/>
    </p:embeddedFont>
    <p:embeddedFont>
      <p:font typeface="Poppins SemiBold" panose="00000700000000000000" pitchFamily="2" charset="0"/>
      <p:bold r:id="rId13"/>
      <p:boldItalic r:id="rId14"/>
    </p:embeddedFont>
    <p:embeddedFont>
      <p:font typeface="Tenor Sans" panose="02000000000000000000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D46C81-4F0B-3D63-CF56-F8DC0EA22D0B}" name="Princess Diaz" initials="PD" userId="S::pdiaz@dermorepubliq.com::41eeb726-c0f8-4f8e-8d8c-b42b31f78912" providerId="AD"/>
  <p188:author id="{2296AEBB-78AC-55B5-747F-20B53FB20B5E}" name="Lara Angelica Severino" initials="LS" userId="S::LSeverino@dermorepubliq.com::b5882281-1a3a-41e7-b9f1-76866238b1d0" providerId="AD"/>
  <p188:author id="{7C824BDF-33CC-42BD-B703-971D90301A0B}" name="Sandy Barlao" initials="SB" userId="S::sbarlao@dermorepubliq.com::0bfc4d12-541d-45f4-915f-93213fba067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7F5"/>
    <a:srgbClr val="F7F6F3"/>
    <a:srgbClr val="67B897"/>
    <a:srgbClr val="9A65A3"/>
    <a:srgbClr val="E38B63"/>
    <a:srgbClr val="EECB78"/>
    <a:srgbClr val="6B8EC6"/>
    <a:srgbClr val="8A9395"/>
    <a:srgbClr val="F15D8B"/>
    <a:srgbClr val="DB34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D00DB9-4F6C-4195-BA08-1FD45B65FBC0}" v="24" dt="2026-03-18T06:53:16.067"/>
    <p1510:client id="{38EA29B4-EA89-42DC-9C5F-5E7DEAE7C07A}" v="9" dt="2026-03-18T06:58:16.0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>
        <p:guide orient="horz" pos="102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5/10/relationships/revisionInfo" Target="revisionInfo.xml"/><Relationship Id="rId21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E5B0DF9-DEAE-4958-EF88-72D4D13E0A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D6EF9D-719C-AD3D-D467-0A342573F2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62F3D-5044-4A18-AB85-1D743542C5CD}" type="datetimeFigureOut">
              <a:rPr lang="en-PH" smtClean="0"/>
              <a:t>9/15/2026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B39CF-9B38-0B8C-03E7-70CCBB9AC9F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DD9661-87F4-FF22-FB12-1CDD17971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1A47F-167A-442F-BCFC-B2C8424AA52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7562105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06DC35-4DB9-480B-A1BD-F7F8FD3361DE}" type="datetimeFigureOut">
              <a:rPr lang="en-PH" smtClean="0"/>
              <a:t>9/15/2026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8360E8-7C7F-403B-BCA1-95CED4A4814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658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C7C31-B05D-0DD4-89E8-F08C1449898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3412" y="2350943"/>
            <a:ext cx="9144000" cy="180545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>
                <a:latin typeface="+mj-lt"/>
              </a:defRPr>
            </a:lvl1pPr>
          </a:lstStyle>
          <a:p>
            <a:r>
              <a:rPr lang="en-US"/>
              <a:t>PRESENTATION TITLE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A4291-F026-5583-0863-58B1AAD6B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3412" y="4156396"/>
            <a:ext cx="9144000" cy="7287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</a:t>
            </a:r>
            <a:endParaRPr lang="en-PH"/>
          </a:p>
        </p:txBody>
      </p:sp>
      <p:pic>
        <p:nvPicPr>
          <p:cNvPr id="5" name="Picture 4" descr="A white logo on a black background&#10;&#10;Description automatically generated">
            <a:extLst>
              <a:ext uri="{FF2B5EF4-FFF2-40B4-BE49-F238E27FC236}">
                <a16:creationId xmlns:a16="http://schemas.microsoft.com/office/drawing/2014/main" id="{02356712-1809-782A-AFC7-0158F34D0E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412" y="1577598"/>
            <a:ext cx="3354268" cy="77334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5FF4195-528B-65DD-A948-3121FA3FB8B4}"/>
              </a:ext>
            </a:extLst>
          </p:cNvPr>
          <p:cNvGrpSpPr/>
          <p:nvPr userDrawn="1"/>
        </p:nvGrpSpPr>
        <p:grpSpPr>
          <a:xfrm>
            <a:off x="10282604" y="0"/>
            <a:ext cx="1901776" cy="1830803"/>
            <a:chOff x="8193224" y="513626"/>
            <a:chExt cx="1901776" cy="183080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22D7637-E525-814F-845C-F7307B38EE47}"/>
                </a:ext>
              </a:extLst>
            </p:cNvPr>
            <p:cNvSpPr/>
            <p:nvPr userDrawn="1"/>
          </p:nvSpPr>
          <p:spPr>
            <a:xfrm>
              <a:off x="8674798" y="513626"/>
              <a:ext cx="461818" cy="443345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3DEF7AD-7723-2F74-8EC6-0EAC51F6AA51}"/>
                </a:ext>
              </a:extLst>
            </p:cNvPr>
            <p:cNvSpPr/>
            <p:nvPr userDrawn="1"/>
          </p:nvSpPr>
          <p:spPr>
            <a:xfrm>
              <a:off x="8193224" y="513626"/>
              <a:ext cx="461818" cy="443345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FBF94B9-2D72-93CE-135A-8DB6D3BC9831}"/>
                </a:ext>
              </a:extLst>
            </p:cNvPr>
            <p:cNvSpPr/>
            <p:nvPr userDrawn="1"/>
          </p:nvSpPr>
          <p:spPr>
            <a:xfrm>
              <a:off x="9633182" y="513626"/>
              <a:ext cx="461818" cy="44334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9B285F2-1A24-5A14-64AA-3686779CC172}"/>
                </a:ext>
              </a:extLst>
            </p:cNvPr>
            <p:cNvSpPr/>
            <p:nvPr userDrawn="1"/>
          </p:nvSpPr>
          <p:spPr>
            <a:xfrm>
              <a:off x="8674798" y="976237"/>
              <a:ext cx="461818" cy="44334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4424BD1-01F4-70F4-7F68-0E0BE61AE14F}"/>
                </a:ext>
              </a:extLst>
            </p:cNvPr>
            <p:cNvSpPr/>
            <p:nvPr userDrawn="1"/>
          </p:nvSpPr>
          <p:spPr>
            <a:xfrm>
              <a:off x="9153196" y="976237"/>
              <a:ext cx="461818" cy="4433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618E4F5-EE0D-9003-EC74-2727E100B1DC}"/>
                </a:ext>
              </a:extLst>
            </p:cNvPr>
            <p:cNvSpPr/>
            <p:nvPr userDrawn="1"/>
          </p:nvSpPr>
          <p:spPr>
            <a:xfrm>
              <a:off x="9633182" y="976237"/>
              <a:ext cx="461818" cy="44334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1A363B8-F784-232F-92B8-C7B1E43E8573}"/>
                </a:ext>
              </a:extLst>
            </p:cNvPr>
            <p:cNvSpPr/>
            <p:nvPr userDrawn="1"/>
          </p:nvSpPr>
          <p:spPr>
            <a:xfrm>
              <a:off x="9153196" y="1438744"/>
              <a:ext cx="461818" cy="44334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C6F659D-D2BA-1984-F98D-9280B92BAA8C}"/>
                </a:ext>
              </a:extLst>
            </p:cNvPr>
            <p:cNvSpPr/>
            <p:nvPr userDrawn="1"/>
          </p:nvSpPr>
          <p:spPr>
            <a:xfrm>
              <a:off x="9633182" y="1901084"/>
              <a:ext cx="461818" cy="4433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E726BD3-5F8E-A0DA-705A-BD404C01FE4E}"/>
              </a:ext>
            </a:extLst>
          </p:cNvPr>
          <p:cNvGrpSpPr/>
          <p:nvPr userDrawn="1"/>
        </p:nvGrpSpPr>
        <p:grpSpPr>
          <a:xfrm>
            <a:off x="10361197" y="4477033"/>
            <a:ext cx="1823183" cy="2380967"/>
            <a:chOff x="10361197" y="4477033"/>
            <a:chExt cx="1823183" cy="238096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9DB0D7D-9593-5869-297D-6F2A9656C1F7}"/>
                </a:ext>
              </a:extLst>
            </p:cNvPr>
            <p:cNvSpPr/>
            <p:nvPr userDrawn="1"/>
          </p:nvSpPr>
          <p:spPr>
            <a:xfrm rot="5400000">
              <a:off x="11731799" y="5447034"/>
              <a:ext cx="461818" cy="443345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6006519-E1C4-1A06-661E-9CA422687F54}"/>
                </a:ext>
              </a:extLst>
            </p:cNvPr>
            <p:cNvSpPr/>
            <p:nvPr userDrawn="1"/>
          </p:nvSpPr>
          <p:spPr>
            <a:xfrm rot="5400000">
              <a:off x="11731799" y="5919643"/>
              <a:ext cx="461818" cy="44334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AD56A05-1281-1E0A-D895-6D84CF52AE86}"/>
                </a:ext>
              </a:extLst>
            </p:cNvPr>
            <p:cNvSpPr/>
            <p:nvPr userDrawn="1"/>
          </p:nvSpPr>
          <p:spPr>
            <a:xfrm rot="5400000">
              <a:off x="11276808" y="5447034"/>
              <a:ext cx="461818" cy="443345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CECC877-30D1-2CC2-3857-96E444CD96A8}"/>
                </a:ext>
              </a:extLst>
            </p:cNvPr>
            <p:cNvSpPr/>
            <p:nvPr userDrawn="1"/>
          </p:nvSpPr>
          <p:spPr>
            <a:xfrm rot="5400000">
              <a:off x="11276808" y="5925432"/>
              <a:ext cx="461818" cy="44334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D0B76A7-8ABF-6605-70EA-393B0CEFF5D0}"/>
                </a:ext>
              </a:extLst>
            </p:cNvPr>
            <p:cNvSpPr/>
            <p:nvPr userDrawn="1"/>
          </p:nvSpPr>
          <p:spPr>
            <a:xfrm rot="5400000">
              <a:off x="11276808" y="6405418"/>
              <a:ext cx="461818" cy="443345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DC1F791-EE1F-B2FA-5753-2A1225B71C32}"/>
                </a:ext>
              </a:extLst>
            </p:cNvPr>
            <p:cNvSpPr/>
            <p:nvPr userDrawn="1"/>
          </p:nvSpPr>
          <p:spPr>
            <a:xfrm rot="5400000">
              <a:off x="10814301" y="5925432"/>
              <a:ext cx="461818" cy="443345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90059DE-082D-CBF8-C199-A5370295EB90}"/>
                </a:ext>
              </a:extLst>
            </p:cNvPr>
            <p:cNvSpPr/>
            <p:nvPr userDrawn="1"/>
          </p:nvSpPr>
          <p:spPr>
            <a:xfrm rot="5400000">
              <a:off x="10351961" y="6405418"/>
              <a:ext cx="461818" cy="44334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85F7E11-61A3-2F73-BEFB-63080ADA49A3}"/>
                </a:ext>
              </a:extLst>
            </p:cNvPr>
            <p:cNvSpPr/>
            <p:nvPr userDrawn="1"/>
          </p:nvSpPr>
          <p:spPr>
            <a:xfrm rot="5400000">
              <a:off x="11731799" y="4486269"/>
              <a:ext cx="461818" cy="44334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B8570B8-8A63-45C2-0FD1-99210CC12AAB}"/>
                </a:ext>
              </a:extLst>
            </p:cNvPr>
            <p:cNvSpPr/>
            <p:nvPr userDrawn="1"/>
          </p:nvSpPr>
          <p:spPr>
            <a:xfrm rot="5400000">
              <a:off x="10815511" y="6405418"/>
              <a:ext cx="461818" cy="44334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2677351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591E13A-2C04-6253-A0AF-187B4D7EE16D}"/>
              </a:ext>
            </a:extLst>
          </p:cNvPr>
          <p:cNvSpPr txBox="1"/>
          <p:nvPr userDrawn="1"/>
        </p:nvSpPr>
        <p:spPr>
          <a:xfrm>
            <a:off x="187124" y="6529869"/>
            <a:ext cx="3135433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PH" sz="800">
                <a:solidFill>
                  <a:srgbClr val="959A9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©2026 Dermorepubliq Corporation. All rights reserved. </a:t>
            </a:r>
          </a:p>
        </p:txBody>
      </p:sp>
      <p:pic>
        <p:nvPicPr>
          <p:cNvPr id="7" name="Picture 6" descr="A white logo on a black background&#10;&#10;Description automatically generated">
            <a:extLst>
              <a:ext uri="{FF2B5EF4-FFF2-40B4-BE49-F238E27FC236}">
                <a16:creationId xmlns:a16="http://schemas.microsoft.com/office/drawing/2014/main" id="{34E87CE2-7BA6-40CC-3BCC-4369345A5E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7875" y="6457530"/>
            <a:ext cx="1561975" cy="360122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C403E0-956C-818A-7027-E315FC8D5B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800" y="630958"/>
            <a:ext cx="11588400" cy="439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000">
                <a:latin typeface="+mj-lt"/>
              </a:defRPr>
            </a:lvl1pPr>
          </a:lstStyle>
          <a:p>
            <a:r>
              <a:rPr lang="en-US" dirty="0"/>
              <a:t>Slide Title</a:t>
            </a:r>
            <a:endParaRPr lang="en-PH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9A63350F-CB30-45E4-8A40-096CE4BAE5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450" y="299201"/>
            <a:ext cx="11588400" cy="342000"/>
          </a:xfrm>
        </p:spPr>
        <p:txBody>
          <a:bodyPr anchor="ctr">
            <a:noAutofit/>
          </a:bodyPr>
          <a:lstStyle>
            <a:lvl1pPr>
              <a:buNone/>
              <a:defRPr sz="1400" spc="3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5250371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9" Type="http://schemas.openxmlformats.org/officeDocument/2006/relationships/slideLayout" Target="../slideLayouts/slideLayout9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C41D94-E3D2-4E44-8DA1-A0EA0A397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00" y="385549"/>
            <a:ext cx="11588400" cy="78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1E7FD-B1AE-D77D-5415-7FF107CD5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800" y="1327637"/>
            <a:ext cx="11588400" cy="5064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49634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4103" r:id="rId9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Tenor Sans" panose="02000000000000000000" pitchFamily="2" charset="0"/>
          <a:ea typeface="+mj-ea"/>
          <a:cs typeface="Poppins SemiBold" panose="000007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27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127000"/>
        </a:lnSpc>
        <a:spcBef>
          <a:spcPts val="500"/>
        </a:spcBef>
        <a:buFont typeface="Courier New" panose="02070309020205020404" pitchFamily="49" charset="0"/>
        <a:buChar char="o"/>
        <a:defRPr sz="14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127000"/>
        </a:lnSpc>
        <a:spcBef>
          <a:spcPts val="500"/>
        </a:spcBef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127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127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Custom Design">
  <a:themeElements>
    <a:clrScheme name="DermoColors 2025">
      <a:dk1>
        <a:sysClr val="windowText" lastClr="000000"/>
      </a:dk1>
      <a:lt1>
        <a:sysClr val="window" lastClr="FFFFFF"/>
      </a:lt1>
      <a:dk2>
        <a:srgbClr val="C43A52"/>
      </a:dk2>
      <a:lt2>
        <a:srgbClr val="83AA6E"/>
      </a:lt2>
      <a:accent1>
        <a:srgbClr val="E3A4F3"/>
      </a:accent1>
      <a:accent2>
        <a:srgbClr val="7843A6"/>
      </a:accent2>
      <a:accent3>
        <a:srgbClr val="6990C7"/>
      </a:accent3>
      <a:accent4>
        <a:srgbClr val="EAADB4"/>
      </a:accent4>
      <a:accent5>
        <a:srgbClr val="D8A891"/>
      </a:accent5>
      <a:accent6>
        <a:srgbClr val="F1D53D"/>
      </a:accent6>
      <a:hlink>
        <a:srgbClr val="0070C0"/>
      </a:hlink>
      <a:folHlink>
        <a:srgbClr val="7030A0"/>
      </a:folHlink>
    </a:clrScheme>
    <a:fontScheme name="Dermorepubliq Typeface-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Template .potx" id="{E3328307-1255-4F4F-9375-3C02A2B57696}" vid="{97ACB357-97D7-424D-AC05-7C394C2EB7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F4DE94627B604EBE2C000A4DC5E9F6" ma:contentTypeVersion="4" ma:contentTypeDescription="Create a new document." ma:contentTypeScope="" ma:versionID="ef05ecaef0ea6bda91942cc9b2626c6d">
  <xsd:schema xmlns:xsd="http://www.w3.org/2001/XMLSchema" xmlns:xs="http://www.w3.org/2001/XMLSchema" xmlns:p="http://schemas.microsoft.com/office/2006/metadata/properties" xmlns:ns2="30090490-5b96-4911-a926-9b21efc61e66" targetNamespace="http://schemas.microsoft.com/office/2006/metadata/properties" ma:root="true" ma:fieldsID="8198c4113b4cd4e2eb21beaba90ba6d3" ns2:_="">
    <xsd:import namespace="30090490-5b96-4911-a926-9b21efc61e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090490-5b96-4911-a926-9b21efc61e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04DC7E-74E2-420B-B899-2CADC2AD666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8DAC76-B820-46D2-BCD7-4494E10B8950}">
  <ds:schemaRefs>
    <ds:schemaRef ds:uri="http://www.w3.org/XML/1998/namespace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30090490-5b96-4911-a926-9b21efc61e66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267DD72-8E47-41FF-A1C5-058BE72495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090490-5b96-4911-a926-9b21efc61e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</Words>
  <Application>Microsoft Office PowerPoint</Application>
  <PresentationFormat>Widescreen</PresentationFormat>
  <Paragraphs>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Poppins</vt:lpstr>
      <vt:lpstr>Wingdings</vt:lpstr>
      <vt:lpstr>Courier New</vt:lpstr>
      <vt:lpstr>Aptos</vt:lpstr>
      <vt:lpstr>Arial</vt:lpstr>
      <vt:lpstr>Poppins SemiBold</vt:lpstr>
      <vt:lpstr>Tenor Sans</vt:lpstr>
      <vt:lpstr>Custom Design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Sandy Barlao</dc:creator>
  <cp:lastModifiedBy>Sandy Barlao</cp:lastModifiedBy>
  <cp:revision>1</cp:revision>
  <dcterms:created xsi:type="dcterms:W3CDTF">2026-09-15T05:53:10Z</dcterms:created>
  <dcterms:modified xsi:type="dcterms:W3CDTF">2026-09-15T05:55:51Z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0x01010058F4DE94627B604EBE2C000A4DC5E9F6</vt:lpwstr>
  </property>
  <property fmtid="{D5CDD505-2E9C-101B-9397-08002B2CF9AE}" pid="4" name="Order">
    <vt:lpwstr>420800.000000000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  <property fmtid="{D5CDD505-2E9C-101B-9397-08002B2CF9AE}" pid="11" name="MSIP_Label_b157e88f-108f-4737-9866-baaf63355647_Enabled">
    <vt:lpwstr>true</vt:lpwstr>
  </property>
  <property fmtid="{D5CDD505-2E9C-101B-9397-08002B2CF9AE}" pid="12" name="MSIP_Label_b157e88f-108f-4737-9866-baaf63355647_SetDate">
    <vt:lpwstr>2026-03-19T02:06:06Z</vt:lpwstr>
  </property>
  <property fmtid="{D5CDD505-2E9C-101B-9397-08002B2CF9AE}" pid="13" name="MSIP_Label_b157e88f-108f-4737-9866-baaf63355647_Method">
    <vt:lpwstr>Standard</vt:lpwstr>
  </property>
  <property fmtid="{D5CDD505-2E9C-101B-9397-08002B2CF9AE}" pid="14" name="MSIP_Label_b157e88f-108f-4737-9866-baaf63355647_Name">
    <vt:lpwstr>General</vt:lpwstr>
  </property>
  <property fmtid="{D5CDD505-2E9C-101B-9397-08002B2CF9AE}" pid="15" name="MSIP_Label_b157e88f-108f-4737-9866-baaf63355647_SiteId">
    <vt:lpwstr>3fa2e9fd-3e90-4180-8c6d-7aae08291f8b</vt:lpwstr>
  </property>
  <property fmtid="{D5CDD505-2E9C-101B-9397-08002B2CF9AE}" pid="16" name="MSIP_Label_b157e88f-108f-4737-9866-baaf63355647_ActionId">
    <vt:lpwstr>a9f96c1a-b574-44b3-ab75-fd0ed2c3ae49</vt:lpwstr>
  </property>
  <property fmtid="{D5CDD505-2E9C-101B-9397-08002B2CF9AE}" pid="17" name="MSIP_Label_b157e88f-108f-4737-9866-baaf63355647_ContentBits">
    <vt:lpwstr>0</vt:lpwstr>
  </property>
  <property fmtid="{D5CDD505-2E9C-101B-9397-08002B2CF9AE}" pid="18" name="MSIP_Label_b157e88f-108f-4737-9866-baaf63355647_Tag">
    <vt:lpwstr>10, 3, 0, 2</vt:lpwstr>
  </property>
</Properties>
</file>